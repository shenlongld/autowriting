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system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01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vLLM 推理流程及其性能增益可视化分析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基于 PagedAttention 的高吞吐量 LLM 服务系统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vLLM 的核心不是改模型结构，而是把 KV Cache 管理做成类似虚拟内存的分页系统。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目标场景：多请求并发、变长输入/输出、A100 80GB 服务环境。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官方结论：吞吐量相对 HF 约 22-28x，相对 FT 约 2-3x。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演讲主线：内存瓶颈 → PagedAttention → 调度闭环 → 性能收益。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Reference: Kwon et al., SOSP 2023；专业术语保留 English。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memory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02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背景：LLM 推理中的内存瓶颈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KV Cache 随 batch size 与 sequence length 增长，直接压缩可并发请求数。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传统连续预分配把大量显存锁在碎片和预留空间中，导致 batch size 很早触顶。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每个请求生成 token 时都追加 Key/Value 张量，显存占用动态增长。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传统系统为最坏输出长度预留连续空间，造成 internal/external fragmentation。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论文披露传统 KV Cache 管理浪费约 60%-80%，是吞吐瓶颈的根因之一。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左图为堆叠占比示意，用于解释 60%-80% waste 与 &lt;4% waste 的差异。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agedattention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03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核心机制：PagedAttention 原理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逻辑块到物理块的映射，让 KV Cache 不再要求物理连续。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PagedAttention 将每个序列的 KV Cache 切成固定大小 block，用 block table 连接逻辑顺序与物理位置。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Logical blocks 保持模型看到的 token 顺序；physical blocks 可分散在 GPU cache pool。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新增 token 只在需要时申请 block，释放请求时可立即回收物理块。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浪费只出现在序列末尾未填满的 block，因此实测内存浪费低于 4%。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该机制借鉴 OS virtual memory / paging，但服务对象是 GPU 上的 KV Cache。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inference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04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vLLM 推理全流程解析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Scheduler、Block Manager 与 PagedAttention kernel 共同构成 decode loop。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吞吐提升来自系统级闭环：调度层保持 GPU 忙碌，内存层让更多请求能同时留在 batch 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Scheduler 按可运行状态组织 continuous batching，应对请求长短不一。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Block Manager 负责 KV block 的分配、回收和 block table 更新。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PagedAttention kernel 根据映射读取非连续 KV block，避免搬运成连续缓存。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这一页适合用 45 秒讲清楚 vLLM engine 的运行路径。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throughput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05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性能分析：吞吐量增益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基于官方倍率校准的 req/min 可视化：vLLM 对 HF/FT 均显著领先。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vLLM 在 Llama/OPT 等模型上通过更大的有效 batch 获得 20x+ 对 HF、2x+ 对 FT 的吞吐优势。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HF 基线缺少面向高并发 serving 的细粒度调度与 KV cache 管理。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FT 具备优化 kernel，但在动态请求与 KV cache 碎片场景下仍受限。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vLLM 的优势在长序列、大模型、复杂 decoding 策略下更明显。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柱状图为倍率关系可视化，不把示意 req/min 当作论文逐点原始表格。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memory_wa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06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性能分析：内存浪费率对比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从 60%-80% 到 &lt;4%：显存利用率改善直接转化为可服务并发数。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PagedAttention 的经济性体现在单位 GPU 能容纳更多 live sequences，降低单位请求显存成本。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传统系统的浪费主要来自预留空间和碎片化，而非模型权重本身。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vLLM 的 block 粒度分配使显存容量更接近真实 token 需求。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当请求长度高度不均匀时，分页管理比连续分配更稳健。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图中 Traditional 取 70% 作为 60%-80% 区间中位示意；vLLM 标注 &lt;4%。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sequence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07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性能分析：不同序列长度下的表现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长上下文会放大 KV Cache 管理差异，vLLM 的时延增长更平缓。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随着 sequence length 增长，传统系统更快进入内存压力区；vLLM 因分页式 KV 管理保持更稳定的 batch。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短序列时计算可能占主导，系统间差异相对收敛。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长序列时 KV Cache 占用成为主导，碎片/预留浪费会触发排队与 batch 缩小。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论文总结：长序列、大模型、复杂 decoding 下 vLLM 改善更突出。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折线图为趋势示意，用于解释论文结论而非替代原始实验曲线。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58368"/>
            <a:ext cx="6016752" cy="550468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4048" y="658368"/>
            <a:ext cx="6016752" cy="5504688"/>
          </a:xfrm>
          <a:prstGeom prst="roundRect">
            <a:avLst/>
          </a:prstGeom>
          <a:noFill/>
          <a:ln w="1143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56832" y="658368"/>
            <a:ext cx="4956048" cy="5504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859536"/>
            <a:ext cx="19659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Slide 08 · vLLM / SOSP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207008"/>
            <a:ext cx="434340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结论与应用价值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8" y="1755648"/>
            <a:ext cx="42519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Microsoft YaHei"/>
              </a:rPr>
              <a:t>PagedAttention 改变了 LLM serving 的成本结构：同样 GPU，服务更多请求。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2304288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2" y="2578608"/>
            <a:ext cx="42519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</a:rPr>
              <a:t>vLLM 把不可控的动态 KV Cache 显存问题，重构为可调度、可分页、可回收的系统资源管理问题。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3529584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Microsoft YaHei"/>
              </a:rP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3803904"/>
            <a:ext cx="425196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对平台方：提升 GPU utilization，降低单位请求成本。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对业务方：在高并发与长文本场景下获得更稳定 SLA。</a:t>
            </a:r>
          </a:p>
          <a:p>
            <a:pPr>
              <a:spcAft>
                <a:spcPts val="700"/>
              </a:spcAft>
            </a:pPr>
            <a:r>
              <a:rPr sz="1220" b="0">
                <a:solidFill>
                  <a:srgbClr val="0F172A"/>
                </a:solidFill>
                <a:latin typeface="Microsoft YaHei"/>
              </a:rPr>
              <a:t>• 对系统设计：LLM 推理优化应同时关注 kernel、scheduler 与 memory manager。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5413248"/>
            <a:ext cx="425196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0">
                <a:solidFill>
                  <a:srgbClr val="6B7280"/>
                </a:solidFill>
                <a:latin typeface="Microsoft YaHei"/>
              </a:rPr>
              <a:t>6 分钟收束：vLLM 的价值不是单点优化，而是内存管理与调度的系统化协同。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088" y="6355080"/>
            <a:ext cx="4114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80" b="0">
                <a:solidFill>
                  <a:srgbClr val="6B7280"/>
                </a:solidFill>
                <a:latin typeface="Microsoft YaHe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